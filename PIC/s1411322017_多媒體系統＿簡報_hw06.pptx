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f000ac62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f000ac62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f000ac62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f000ac62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f000ac62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f000ac62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f000ac62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f000ac62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f000ac62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f000ac62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f000ac62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f000ac62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f000ac62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f000ac62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6935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EEE7D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01325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>
                <a:solidFill>
                  <a:schemeClr val="dk1"/>
                </a:solidFill>
              </a:rPr>
              <a:t>1411322017 劉如茵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1411322017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784" y="0"/>
            <a:ext cx="9209784" cy="580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584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1411322017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558" y="0"/>
            <a:ext cx="72747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 title="1411322017-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84082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1411322017-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0"/>
            <a:ext cx="9240402" cy="653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725" y="1786175"/>
            <a:ext cx="6693126" cy="413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1411322017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83" y="0"/>
            <a:ext cx="72747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1411322017-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175" y="152400"/>
            <a:ext cx="7281700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 title="1411322017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425" y="-123375"/>
            <a:ext cx="9190426" cy="543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