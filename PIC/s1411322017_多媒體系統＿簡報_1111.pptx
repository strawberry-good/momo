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08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f000ac62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f000ac62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f000ac62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f000ac62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f000ac62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f000ac62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f000ac62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f000ac62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f000ac62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f000ac62e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f000ac62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f000ac62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f000ac62e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f000ac62e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6935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EEE7D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501325" y="4350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solidFill>
                  <a:schemeClr val="dk1"/>
                </a:solidFill>
              </a:rPr>
              <a:t>1411322017 劉如茵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1" name="Google Shape;61;p14" title="1411322017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784" y="0"/>
            <a:ext cx="9209784" cy="580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5844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1411322017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558" y="0"/>
            <a:ext cx="72747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0F842A-CE24-4A70-8D5F-6C868549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200" b="1" dirty="0">
                <a:solidFill>
                  <a:srgbClr val="66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其他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220D1-0420-4AC5-B539-66ED09D3D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200000"/>
              </a:lnSpc>
              <a:buNone/>
            </a:pPr>
            <a:r>
              <a:rPr lang="zh-TW" altLang="en-US" b="1" dirty="0">
                <a:solidFill>
                  <a:srgbClr val="663300"/>
                </a:solidFill>
              </a:rPr>
              <a:t>百步蛇不能跟青蛙鳥類放在一起，青蛙跟鳥類會被吃掉（消失）</a:t>
            </a:r>
            <a:endParaRPr lang="en-US" altLang="zh-TW" b="1" dirty="0">
              <a:solidFill>
                <a:srgbClr val="663300"/>
              </a:solidFill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zh-TW" altLang="en-US" b="1" dirty="0">
                <a:solidFill>
                  <a:srgbClr val="663300"/>
                </a:solidFill>
              </a:rPr>
              <a:t>台灣黑熊也不能跟魚類放一起</a:t>
            </a:r>
            <a:endParaRPr lang="en-US" altLang="zh-TW" b="1" dirty="0">
              <a:solidFill>
                <a:srgbClr val="663300"/>
              </a:solidFill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zh-TW" altLang="en-US" b="1" dirty="0">
                <a:solidFill>
                  <a:srgbClr val="663300"/>
                </a:solidFill>
              </a:rPr>
              <a:t> 魚類因表皮光滑增加失敗的機率 </a:t>
            </a:r>
            <a:endParaRPr lang="en-US" altLang="zh-TW" b="1" dirty="0">
              <a:solidFill>
                <a:srgbClr val="663300"/>
              </a:solidFill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zh-TW" altLang="en-US" b="1" dirty="0">
                <a:solidFill>
                  <a:srgbClr val="663300"/>
                </a:solidFill>
              </a:rPr>
              <a:t>台灣獼猴偷吃香蕉亂丟有機率會導致疊失敗 </a:t>
            </a:r>
          </a:p>
        </p:txBody>
      </p:sp>
    </p:spTree>
    <p:extLst>
      <p:ext uri="{BB962C8B-B14F-4D97-AF65-F5344CB8AC3E}">
        <p14:creationId xmlns:p14="http://schemas.microsoft.com/office/powerpoint/2010/main" val="110994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3" name="Google Shape;73;p16" title="1411322017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0"/>
            <a:ext cx="84082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0" name="Google Shape;80;p17" title="1411322017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9240402" cy="653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725" y="1786175"/>
            <a:ext cx="6693126" cy="413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1411322017-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83" y="0"/>
            <a:ext cx="72747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 title="1411322017-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175" y="152400"/>
            <a:ext cx="7281700" cy="483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DA1DFF3-7911-444E-A1A1-0BB43E346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232" y="314324"/>
            <a:ext cx="3200847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 title="1411322017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425" y="-123375"/>
            <a:ext cx="9190426" cy="543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如螢幕大小 (16:9)</PresentationFormat>
  <Paragraphs>6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</vt:lpstr>
      <vt:lpstr>Microsoft JhengHei</vt:lpstr>
      <vt:lpstr>Arial</vt:lpstr>
      <vt:lpstr>Simple Dark</vt:lpstr>
      <vt:lpstr>PowerPoint 簡報</vt:lpstr>
      <vt:lpstr>PowerPoint 簡報</vt:lpstr>
      <vt:lpstr>PowerPoint 簡報</vt:lpstr>
      <vt:lpstr>其他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acc32</dc:creator>
  <cp:lastModifiedBy>acc32</cp:lastModifiedBy>
  <cp:revision>2</cp:revision>
  <dcterms:modified xsi:type="dcterms:W3CDTF">2025-11-10T18:08:25Z</dcterms:modified>
</cp:coreProperties>
</file>